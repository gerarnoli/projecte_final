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Bayron Rigoberto A19 López Mejía"/>
  <p:cmAuthor clrIdx="1" id="1" initials="" lastIdx="1" name="Gerard A20 Arnan Olivell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5.xml"/><Relationship Id="rId22" Type="http://schemas.openxmlformats.org/officeDocument/2006/relationships/font" Target="fonts/Lato-boldItalic.fntdata"/><Relationship Id="rId10" Type="http://schemas.openxmlformats.org/officeDocument/2006/relationships/slide" Target="slides/slide4.xml"/><Relationship Id="rId21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font" Target="fonts/Raleway-regular.fntdata"/><Relationship Id="rId14" Type="http://schemas.openxmlformats.org/officeDocument/2006/relationships/slide" Target="slides/slide8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1-05-30T13:04:22.623">
    <p:pos x="6000" y="0"/>
    <p:text>Aqui podemos poner antes del pitch la DEMO.</p:text>
  </p:cm>
  <p:cm authorId="1" idx="1" dt="2021-05-30T13:04:22.623">
    <p:pos x="6000" y="0"/>
    <p:text>no, la demo és algo en cas d'emergència, sino no s'ha de posar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dad9a5035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dad9a5035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dad9a5035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dad9a5035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d3dc010f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d3dc010f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ad9a5035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ad9a5035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dad9a5035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dad9a5035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d80c0c8ca2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d80c0c8ca2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dad9a5035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dad9a5035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hyperlink" Target="http://drive.google.com/file/d/1N_Dypq3rdiZqtIbKacfM0Wiq_bcsSrQ1/view" TargetMode="External"/><Relationship Id="rId5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hyperlink" Target="http://bit.ly/dietari" TargetMode="External"/><Relationship Id="rId5" Type="http://schemas.openxmlformats.org/officeDocument/2006/relationships/hyperlink" Target="https://bit.ly/3vw6aeO" TargetMode="External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ovid19.gob.es/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ovid-vacuna.app/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cdmon.com/ca/hosting/hosting-web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2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COVID APP</a:t>
            </a:r>
            <a:endParaRPr b="1" sz="42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192275" y="2702525"/>
            <a:ext cx="54987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Aplicació per veure l’evolució de la pandèmia en temps real.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Gerard Arnan, Pedro Nieto i Bayron López.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2n DAW, IES Pedralbes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525" y="2674925"/>
            <a:ext cx="9906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1275" y="1190000"/>
            <a:ext cx="902250" cy="81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title="Covid APP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476" y="527550"/>
            <a:ext cx="7935200" cy="446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>
            <p:ph type="title"/>
          </p:nvPr>
        </p:nvSpPr>
        <p:spPr>
          <a:xfrm>
            <a:off x="1100500" y="358750"/>
            <a:ext cx="2376900" cy="4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Video Pitch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691025" y="551250"/>
            <a:ext cx="76884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Definició i planificació del projecte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761000" y="1276350"/>
            <a:ext cx="686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000">
                <a:latin typeface="Lato"/>
                <a:ea typeface="Lato"/>
                <a:cs typeface="Lato"/>
                <a:sym typeface="Lato"/>
              </a:rPr>
              <a:t>Objectius</a:t>
            </a:r>
            <a:r>
              <a:rPr b="1" lang="ca"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ca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ca" sz="16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Informar sobre l’estat actual de la pandemia.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200" y="1819000"/>
            <a:ext cx="5702448" cy="301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2375" y="2129350"/>
            <a:ext cx="4021401" cy="222272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875650" y="1375525"/>
            <a:ext cx="7608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000">
                <a:latin typeface="Lato"/>
                <a:ea typeface="Lato"/>
                <a:cs typeface="Lato"/>
                <a:sym typeface="Lato"/>
              </a:rPr>
              <a:t>Abast del projecte</a:t>
            </a:r>
            <a:endParaRPr b="1"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Dietari</a:t>
            </a:r>
            <a:r>
              <a:rPr lang="ca"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ca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http://bit.ly/dietari</a:t>
            </a:r>
            <a:r>
              <a:rPr lang="ca" sz="16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				JIRA</a:t>
            </a:r>
            <a:r>
              <a:rPr lang="ca"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ca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https://bit.ly/3vw6aeO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0425" y="2591075"/>
            <a:ext cx="1758105" cy="150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7800" y="5901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FUNCIONALITATS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727800" y="1263900"/>
            <a:ext cx="6827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ca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La funcionalitat de la nostra pàgina és facilitar informació sobre el covid, mostrant dades actualitzades cada dia.</a:t>
            </a:r>
            <a:endParaRPr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100" y="1876375"/>
            <a:ext cx="5879000" cy="323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773600" y="51997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ESTUDI DE LA COMPETÈNCIA</a:t>
            </a:r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773600" y="1422950"/>
            <a:ext cx="587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Hem investigat sobre les pàgines web que hi havia a Espanya sobre el covid.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https://covid19.gob.es/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600" y="2161850"/>
            <a:ext cx="2985025" cy="262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4225" y="2051750"/>
            <a:ext cx="1129165" cy="289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8275" y="2161838"/>
            <a:ext cx="2575489" cy="26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/>
        </p:nvSpPr>
        <p:spPr>
          <a:xfrm>
            <a:off x="838875" y="13098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 sz="1300" u="sng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https://covid-vacuna.app/</a:t>
            </a:r>
            <a:endParaRPr/>
          </a:p>
        </p:txBody>
      </p:sp>
      <p:sp>
        <p:nvSpPr>
          <p:cNvPr id="131" name="Google Shape;131;p19"/>
          <p:cNvSpPr txBox="1"/>
          <p:nvPr>
            <p:ph type="title"/>
          </p:nvPr>
        </p:nvSpPr>
        <p:spPr>
          <a:xfrm>
            <a:off x="773600" y="51997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ESTUDI DE LA COMPETÈNCIA</a:t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600" y="1648947"/>
            <a:ext cx="3733125" cy="3293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5398" y="1055170"/>
            <a:ext cx="3608851" cy="3941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779150" y="544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COSTOS, REQUERIMENTS</a:t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779150" y="1254750"/>
            <a:ext cx="7688700" cy="7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5300"/>
              <a:t>Una màquina virtual en AWS o </a:t>
            </a:r>
            <a:r>
              <a:rPr lang="ca" sz="5300"/>
              <a:t>podem</a:t>
            </a:r>
            <a:r>
              <a:rPr lang="ca" sz="5300"/>
              <a:t> pagar un pla de hosting d'una base de dades en el núvol.</a:t>
            </a:r>
            <a:endParaRPr sz="5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 sz="5300" u="sng">
                <a:solidFill>
                  <a:schemeClr val="hlink"/>
                </a:solidFill>
                <a:hlinkClick r:id="rId3"/>
              </a:rPr>
              <a:t>https://www.cdmon.com/ca/hosting/hosting-web</a:t>
            </a:r>
            <a:endParaRPr sz="5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800" y="2023650"/>
            <a:ext cx="5646001" cy="307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