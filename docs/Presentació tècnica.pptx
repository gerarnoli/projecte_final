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d5655adf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d5655adf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d4449bbc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d4449bbc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d5655adf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d5655adf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d5655adf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dd5655adf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d4449bb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d4449bb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d4449bbc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d4449bbc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d4449bbc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d4449bbc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covid19tracking.narrativa.com/es/spain/api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COVID APP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192275" y="2702525"/>
            <a:ext cx="54987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Aplicació per veure l’evolució de la pandèmia en temps real.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Gerard Arnan, Pedro Nieto i Bayron López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2n DAW, IES Pedralbes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25" y="2674925"/>
            <a:ext cx="9906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275" y="1190000"/>
            <a:ext cx="902250" cy="8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7800" y="1287050"/>
            <a:ext cx="76884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340"/>
              <a:t>Aspectes tècnics</a:t>
            </a:r>
            <a:r>
              <a:rPr lang="ca" sz="2040"/>
              <a:t>: </a:t>
            </a:r>
            <a:r>
              <a:rPr b="0" lang="ca" sz="2040"/>
              <a:t>A</a:t>
            </a:r>
            <a:r>
              <a:rPr b="0" lang="ca" sz="2040"/>
              <a:t>mazon Web Service.</a:t>
            </a:r>
            <a:endParaRPr b="0" sz="2340"/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4325"/>
            <a:ext cx="8839200" cy="2579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7800" y="1418100"/>
            <a:ext cx="76884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2266"/>
              <a:t>C</a:t>
            </a:r>
            <a:r>
              <a:rPr b="0" lang="ca" sz="2266"/>
              <a:t>rear una app SPA amb la </a:t>
            </a:r>
            <a:r>
              <a:rPr b="0" lang="ca" sz="2040"/>
              <a:t>tecnologia MERN.</a:t>
            </a:r>
            <a:endParaRPr b="0"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225" y="2323488"/>
            <a:ext cx="3491141" cy="155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450" y="2254488"/>
            <a:ext cx="4224050" cy="16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67075"/>
            <a:ext cx="7688700" cy="17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ca" sz="1800">
                <a:solidFill>
                  <a:srgbClr val="595959"/>
                </a:solidFill>
              </a:rPr>
              <a:t>Sprint 1</a:t>
            </a:r>
            <a:r>
              <a:rPr lang="ca" sz="1600"/>
              <a:t>: estructura de la pàgina web i mostrar dades de la API per pantalla.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ca" sz="1800"/>
              <a:t>Sprint 2</a:t>
            </a:r>
            <a:r>
              <a:rPr lang="ca" sz="1600"/>
              <a:t>: entorn AWS, taula vacunes, header i footer.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ca" sz="1800"/>
              <a:t>Sprint 3</a:t>
            </a:r>
            <a:r>
              <a:rPr lang="ca" sz="1600"/>
              <a:t>: crud MongoDB, optimitzar les taules i millorar el CSS.</a:t>
            </a:r>
            <a:endParaRPr sz="1600"/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400" cy="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Evolució de les funcionalitats al llarg dels sprints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/>
              <a:t>Petició dades de les vacunes a la base de dades Mongo.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/>
              <a:t>Fer la taula de dades Covid amb el sort.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ca" sz="1600"/>
              <a:t>Fer funcionar la màquina AWS.</a:t>
            </a:r>
            <a:endParaRPr sz="1600"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Problemes i solucions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821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Requisits tècnics</a:t>
            </a:r>
            <a:r>
              <a:rPr lang="ca" sz="2266"/>
              <a:t>: </a:t>
            </a:r>
            <a:r>
              <a:rPr b="0" lang="ca" sz="2266"/>
              <a:t>utilitzar Visual Studio Code, Github.</a:t>
            </a:r>
            <a:endParaRPr b="0" sz="22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700" y="2248425"/>
            <a:ext cx="1577724" cy="157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9150" y="2094225"/>
            <a:ext cx="3415949" cy="18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96875" y="556025"/>
            <a:ext cx="23400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Funcionalitats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796875" y="1443250"/>
            <a:ext cx="454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ca" sz="2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eticions axios a una API externa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950" y="2470525"/>
            <a:ext cx="37909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831750" y="1976025"/>
            <a:ext cx="557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https://covid19tracking.narrativa.com/es/spain/api.html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577050" y="232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ca" sz="2266"/>
              <a:t>P</a:t>
            </a:r>
            <a:r>
              <a:rPr b="0" lang="ca" sz="2266"/>
              <a:t>eticions axios a una base de dades pròpia MongoDB</a:t>
            </a:r>
            <a:endParaRPr b="0"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625" y="641900"/>
            <a:ext cx="7634226" cy="436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3503" y="2034128"/>
            <a:ext cx="4697901" cy="24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