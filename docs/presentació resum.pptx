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c82bf062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c82bf062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c82bf062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c82bf062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caba58b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caba58b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caba58bd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caba58bd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d083a50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d083a50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dd083a50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dd083a50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COVID APP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2192275" y="2702525"/>
            <a:ext cx="5498700" cy="10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Aplicació per veure l’evolució de la pandèmia en temps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Gerard Arnan, Pedro Nieto i Bayron López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2n DAW, IES Pedralbes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25" y="2674925"/>
            <a:ext cx="990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Abstract del projecte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 sz="1400"/>
              <a:t>És una SPA que permet veure</a:t>
            </a:r>
            <a:r>
              <a:rPr lang="ca" sz="1400"/>
              <a:t> l’evolució de la pandèmia en temps real.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 sz="1400"/>
              <a:t>Rastreja els contagis diaris i el procés de vacunació.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 sz="1400"/>
              <a:t>Recull les dades de fonts oficials.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Tecnologies utilitzades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050" y="2180675"/>
            <a:ext cx="4123449" cy="18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8475" y="2487500"/>
            <a:ext cx="2031625" cy="12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50" y="1019525"/>
            <a:ext cx="13811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663" y="489325"/>
            <a:ext cx="7670674" cy="465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50" y="915775"/>
            <a:ext cx="13811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100" y="497918"/>
            <a:ext cx="8250224" cy="4645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1750"/>
            <a:ext cx="8839200" cy="44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50" y="507725"/>
            <a:ext cx="8241374" cy="463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